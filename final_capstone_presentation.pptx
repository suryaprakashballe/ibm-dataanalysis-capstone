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56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</p:sldIdLst>
  <p:sldSz cx="12192000" cy="6858000"/>
  <p:notesSz cx="6858000" cy="1857375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>
        <p:scale>
          <a:sx n="75" d="100"/>
          <a:sy n="75" d="100"/>
        </p:scale>
        <p:origin x="758" y="19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Prakash Balle" userId="1ce24c158f818fe8" providerId="LiveId" clId="{C485B61C-7A62-4FEC-81B2-AA0B38B5F8B9}"/>
    <pc:docChg chg="modSld">
      <pc:chgData name="Surya Prakash Balle" userId="1ce24c158f818fe8" providerId="LiveId" clId="{C485B61C-7A62-4FEC-81B2-AA0B38B5F8B9}" dt="2025-12-12T18:23:39.447" v="1" actId="20577"/>
      <pc:docMkLst>
        <pc:docMk/>
      </pc:docMkLst>
      <pc:sldChg chg="modSp mod">
        <pc:chgData name="Surya Prakash Balle" userId="1ce24c158f818fe8" providerId="LiveId" clId="{C485B61C-7A62-4FEC-81B2-AA0B38B5F8B9}" dt="2025-12-12T18:23:39.447" v="1" actId="20577"/>
        <pc:sldMkLst>
          <pc:docMk/>
          <pc:sldMk cId="4009730992" sldId="256"/>
        </pc:sldMkLst>
        <pc:spChg chg="mod">
          <ac:chgData name="Surya Prakash Balle" userId="1ce24c158f818fe8" providerId="LiveId" clId="{C485B61C-7A62-4FEC-81B2-AA0B38B5F8B9}" dt="2025-12-12T18:23:39.447" v="1" actId="20577"/>
          <ac:spMkLst>
            <pc:docMk/>
            <pc:sldMk cId="4009730992" sldId="256"/>
            <ac:spMk id="3" creationId="{59DF6B8D-2BAC-11F8-7D28-B631D08C8D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4427" y="1168401"/>
            <a:ext cx="10964254" cy="2387600"/>
          </a:xfrm>
          <a:noFill/>
        </p:spPr>
        <p:txBody>
          <a:bodyPr>
            <a:normAutofit/>
          </a:bodyPr>
          <a:lstStyle/>
          <a:p>
            <a:r>
              <a:rPr lang="en-IN" sz="4000" dirty="0"/>
              <a:t>Stack Overflow survey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Part 1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B.Surya</a:t>
            </a:r>
            <a:r>
              <a:rPr lang="en-US" dirty="0"/>
              <a:t> Prakash</a:t>
            </a:r>
          </a:p>
          <a:p>
            <a:pPr algn="l"/>
            <a:r>
              <a:rPr lang="en-US" dirty="0"/>
              <a:t> 13-December-2025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Executive Summary</a:t>
            </a:r>
          </a:p>
          <a:p>
            <a:r>
              <a:t>Introduction</a:t>
            </a:r>
          </a:p>
          <a:p>
            <a:r>
              <a:t>Methodology</a:t>
            </a:r>
          </a:p>
          <a:p>
            <a:r>
              <a:t>Programming Language Trends</a:t>
            </a:r>
          </a:p>
          <a:p>
            <a:r>
              <a:t>Database Trends</a:t>
            </a:r>
          </a:p>
          <a:p>
            <a:r>
              <a:t>Dashboards</a:t>
            </a:r>
          </a:p>
          <a:p>
            <a:r>
              <a:t>Findings &amp; Implications</a:t>
            </a:r>
          </a:p>
          <a:p>
            <a:r>
              <a:t>Conclusion</a:t>
            </a:r>
          </a:p>
          <a:p>
            <a:r>
              <a:t>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most-used programming language is **JavaScript** among respondents.</a:t>
            </a:r>
          </a:p>
          <a:p>
            <a:r>
              <a:t>Developers most admire **JavaScript**, indicating strong interest or growing adoption.</a:t>
            </a:r>
          </a:p>
          <a:p>
            <a:r>
              <a:t>The most-used database is **PostgreSQL** among respondents.</a:t>
            </a:r>
          </a:p>
          <a:p>
            <a:r>
              <a:t>Databases that respondents want to work with include **PostgreSQL**, suggesting future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Dataset: Stack Overflow Developer Survey (provided)</a:t>
            </a:r>
          </a:p>
          <a:p>
            <a:r>
              <a:t>Objective: Analyze tech usage, trends, and implications</a:t>
            </a:r>
          </a:p>
          <a:p>
            <a:r>
              <a:t>Audience: Recruiters, Hiring Managers, Tech Leads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cleaning: parsed multi-select columns, trimmed extreme salary outliers (if any)</a:t>
            </a:r>
          </a:p>
          <a:p>
            <a:r>
              <a:t>Aggregations: counted occurrences for top-10 lists</a:t>
            </a:r>
          </a:p>
          <a:p>
            <a:r>
              <a:t>Dashboards: generated summary charts for current and future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Programming Languages — Current Year (Top 10)</a:t>
            </a:r>
          </a:p>
        </p:txBody>
      </p:sp>
      <p:pic>
        <p:nvPicPr>
          <p:cNvPr id="3" name="Picture 2" descr="top_lang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Programming Languages — Anticipated Trends (Top 10)</a:t>
            </a:r>
          </a:p>
        </p:txBody>
      </p:sp>
      <p:pic>
        <p:nvPicPr>
          <p:cNvPr id="3" name="Picture 2" descr="top_lang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Databases — Current Year (Top 10)</a:t>
            </a:r>
          </a:p>
        </p:txBody>
      </p:sp>
      <p:pic>
        <p:nvPicPr>
          <p:cNvPr id="3" name="Picture 2" descr="top_db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Databases — Anticipated Trends (Top 10)</a:t>
            </a:r>
          </a:p>
        </p:txBody>
      </p:sp>
      <p:pic>
        <p:nvPicPr>
          <p:cNvPr id="3" name="Picture 2" descr="top_db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Dashboard: Current Technology Usage</a:t>
            </a:r>
          </a:p>
        </p:txBody>
      </p:sp>
      <p:pic>
        <p:nvPicPr>
          <p:cNvPr id="3" name="Picture 2" descr="dashboard_t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Dashboard: Future Technology Trends</a:t>
            </a:r>
          </a:p>
        </p:txBody>
      </p:sp>
      <p:pic>
        <p:nvPicPr>
          <p:cNvPr id="3" name="Picture 2" descr="dashboard_t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Dashboard: Demographics</a:t>
            </a:r>
          </a:p>
        </p:txBody>
      </p:sp>
      <p:pic>
        <p:nvPicPr>
          <p:cNvPr id="3" name="Picture 2" descr="dashboard_t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most-used programming language is **JavaScript** among respondents.</a:t>
            </a:r>
          </a:p>
          <a:p>
            <a:r>
              <a:t>Developers most admire **JavaScript**, indicating strong interest or growing adoption.</a:t>
            </a:r>
          </a:p>
          <a:p>
            <a:r>
              <a:t>The most-used database is **PostgreSQL** among respondents.</a:t>
            </a:r>
          </a:p>
          <a:p>
            <a:r>
              <a:t>Databases that respondents want to work with include **PostgreSQL**, suggesting future demand.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Findings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The most-used programming language is **JavaScript** among respondents.</a:t>
            </a:r>
          </a:p>
          <a:p>
            <a:r>
              <a:t>Developers most admire **JavaScript**, indicating strong interest or growing adoption.</a:t>
            </a:r>
          </a:p>
          <a:p>
            <a:r>
              <a:t>The most-used database is **PostgreSQL** among respondents.</a:t>
            </a:r>
          </a:p>
          <a:p>
            <a:r>
              <a:t>Databases that respondents want to work with include **PostgreSQL**, suggesting future demand.</a:t>
            </a:r>
          </a:p>
          <a:p>
            <a:pPr lvl="1"/>
            <a:r>
              <a:t>Implication: Companies hiring for roles in the top languages should expect a larger talent pool but potentially higher salary competition for specialists.</a:t>
            </a:r>
          </a:p>
          <a:p>
            <a:pPr lvl="1"/>
            <a:r>
              <a:t>Implication: Organizations should consider training or migration strategies towards admired languages and databases to stay competitive.</a:t>
            </a:r>
          </a:p>
          <a:p>
            <a:pPr lvl="1"/>
            <a:r>
              <a:t>Implication: Remote-friendly hiring can expand access to candidates with top skills (recommend checking RemoteWork distributions).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analysis highlights top languages and databases in current use and those admired for future work.</a:t>
            </a:r>
          </a:p>
          <a:p>
            <a:r>
              <a:t>Organizations should align hiring/training with observed trends to remain competitive.</a:t>
            </a:r>
          </a:p>
          <a:p>
            <a:r>
              <a:t>Further work: explore salary relationships and regional breakdowns, build interactive dashboards.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Additional charts and tables available in the notebook.</a:t>
            </a:r>
          </a:p>
          <a:p>
            <a:r>
              <a:t>Job postings &amp; popular languages charts to be added from Module 1 files (job-postings.xlsx, popular-languages.csv).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15</TotalTime>
  <Words>430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Stack Overflow survey</vt:lpstr>
      <vt:lpstr>Outline</vt:lpstr>
      <vt:lpstr>Executive Summary</vt:lpstr>
      <vt:lpstr>Introduction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from Dashboards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Surya Prakash Balle</cp:lastModifiedBy>
  <cp:revision>4</cp:revision>
  <dcterms:created xsi:type="dcterms:W3CDTF">2024-10-30T05:40:03Z</dcterms:created>
  <dcterms:modified xsi:type="dcterms:W3CDTF">2025-12-12T18:23:48Z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